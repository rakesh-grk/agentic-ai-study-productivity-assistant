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Agentic AI Study &amp; Productivity Assistant</a:t>
            </a:r>
          </a:p>
          <a:p>
            <a:pPr>
              <a:spcBef>
                <a:spcPts val="1400"/>
              </a:spcBef>
              <a:defRPr sz="2000">
                <a:solidFill>
                  <a:srgbClr val="00B4D8"/>
                </a:solidFill>
              </a:defRPr>
            </a:pPr>
            <a:r>
              <a:t>Autonomous Multi-Agent Planning, Tool Calling, Memory &amp; Result Verification</a:t>
            </a:r>
          </a:p>
          <a:p>
            <a:br/>
            <a:pPr>
              <a:defRPr sz="1600" b="1">
                <a:solidFill>
                  <a:srgbClr val="B4D2EB"/>
                </a:solidFill>
              </a:defRPr>
            </a:pPr>
            <a:r>
              <a:t>Team: Team Number 22</a:t>
            </a:r>
            <a:br/>
            <a:r>
              <a:t>Course: Agentic AI Systems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Educational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The Challenges in Modern Learning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Cognitive overload when breaking down large exam syllabi.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Generative AI chatbots produce hallucinated study schedules with inaccurate hours.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Unverified math pacing leading to unrealistic study targets.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Lack of structured active recall testing and feedback loops.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Why Conversational Chatbots Fail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Single-turn token prediction without multi-step strategic planning.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programmatic verification of mathematical consistency.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Arbitrary code execution security risks in ungrounded tools.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Episodic memory resets on page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Objectives &amp; Core Innovations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Primary System Objectives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Hierarchical Goal Decomposition: Formulate structured TaskPlans.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Safe Tool Allowlisting: Restrict operations to verified utilities.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AST Math Parsing: Deterministic calculations without eval().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Verification Loop: Closed-loop auditing with bounded retries.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Dual-Mode Reliability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Live LLM Mode: Connect to Gemini, OpenAI, or Anthropic.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Demonstration Mode: Deterministic local agent pipeline.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API Dependencies Required: 100% usable without tokens.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Academic Verifiability: Reproducible test results on any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Planning &amp; Knowledge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Interprets goals, extracts constraints, outputs typed TaskPlan.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Queries verified local curriculum without web hallucinations.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2. Execution &amp; Tools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Safe parameter routing to allowlisted functions.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Tools: Timetable generator, Quiz maker, AST math calculator, Doc summarizer.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3. Verification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Audits arithmetic, completeness, and structure (Max 2 revisions).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SQLite persistence with auto-sanitization of API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Agent Roles &amp; Responsibilities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Autonomous Agents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Generates subtasks and designates agent assignments.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Attributed citations from curated local knowledge.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Runs allowlisted tools with strict schema validation.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Coordination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Computes quality scores and flags deficiencies.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Parameterized SQLite storage for approved tasks.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Study Orchestrator: Central coordinator managing execution timeline.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Security Architecture: Safe Tool Allowlisting &amp; AST Math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AST Math Evaluator (No eval/exec)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Python's eval() poses extreme code execution vulnerabilities.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Our AST parser traverses Abstract Syntax Tree nodes explicitly.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Only approved operators (+, -, *, /, %, pow) are permitted.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Any unexpected node raises an immediate, safe ValueError.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Additional Security Guardrails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Strict Allowlist: Executor Agent rejects unapproved tool names.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SQL Parameterization: All SQLite statements use safe '?' placeholders.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Credential Redaction: Regex filters strip API keys before database writes.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Ceilings: Max 4,000-character limits to prevent buffer exhaustion.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Critic &amp; Verification Feedback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Multi-Point Quality Auditing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Completeness Check: Confirms all planned subtasks finished.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Arithmetic Check: Asserts Total Hours == Days * Hours/Day.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Quiz Structural Check: Verifies options count, answer key, and rationales.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Confidence Score: Quantitative scoring (0% to 100%) computed per run.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Bounded Revision Mechanism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requests revisions when critical deficiencies are detected.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Bounded Retry Budget: Maximum 2 revisions prevents infinite loops.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Transparent Reporting: Unresolved issues are flagged in final report.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False Claims: System never masks failures or fabricates success.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Persistent Memory &amp; Privacy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SQLite Local Storage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Normalized tables: task_memory and user_preferences.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Saves user-approved study timetables, quizzes, and 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Search functionality allows keyword recall across past goals.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Full user control: Delete individual records or purge entire database.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Privacy-First Standards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Runs 100% locally on the user's workstation.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Automated Regex Sanitizer strips sk-... or Google API keys.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analytics, telemetry, or personal data transmitted externally.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User Interface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Modern Navy &amp; Blue Dashboard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Assistant Dashboard: Real-time execution timeline and telemetry.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Example Shortcuts: Pre-populated study goals for quick evaluation.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Tool Sandbox: Independently test calculators and quizzes.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Explorer: Search, inspect, and manage approved task records.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Evaluator-Friendly Features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Force Offline Mode toggle directly in sidebar.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Masked API key indicators showing configuration status.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Expandable audit scorecards detailing checks passed and issues.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Automated Testing &amp; Quality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Pytest Test Suite Overview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Executed under Python 3.14.5 and pytest 9.1.1.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Total Test Count: 24 Automated Unit &amp; Integration Tests.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Execution Time: 0.57 seconds across 5 test modules.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Pass Rate: 100% Unconditional Success (0 failures, 0 warnings).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Module-by-Module Verification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test_planner.py: 4/4 Passed (Goal breakdown, constraints).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test_tools.py: 8/8 Passed (Timetables, quizzes, AST math, security).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test_memory.py: 5/5 Passed (SQLite CRUD, sanitization, search).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test_critic.py: 3/3 Passed (Math consistency, fault detection).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test_orchestrator.py: 4/4 Passed (End-to-end workflow, callbacks).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Limitations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Current Technical Limitations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summarization capped at 4,000 characters.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research relies on pre-indexed local curriculum documents.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Single-user desktop architecture rather than multi-tenant cloud.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Future Enhancements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ChromaDB / pgvector integration for multi-page textbook RAG.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Voice study questioning powered by local Whisper speech models.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export of study timetables to Google Calendar and iCal.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Thank You! Questions &amp; Discussion</a:t>
            </a:r>
          </a:p>
          <a:p>
            <a:pPr>
              <a:spcBef>
                <a:spcPts val="1600"/>
              </a:spcBef>
              <a:defRPr sz="2000">
                <a:solidFill>
                  <a:srgbClr val="00B4D8"/>
                </a:solidFill>
              </a:defRPr>
            </a:pPr>
            <a:r>
              <a:t>Agentic AI Study &amp; Productivity Assistant</a:t>
            </a:r>
            <a:br/>
            <a:r>
              <a:t>Complete, tested, and verified autonomous multi-agent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